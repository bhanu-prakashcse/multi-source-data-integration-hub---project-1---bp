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8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2363F-A9A7-4415-98EB-52C81656E94E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64AB1-9922-45B1-A1A3-7F02AA7C2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3587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2363F-A9A7-4415-98EB-52C81656E94E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0F264AB1-9922-45B1-A1A3-7F02AA7C2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7043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2363F-A9A7-4415-98EB-52C81656E94E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64AB1-9922-45B1-A1A3-7F02AA7C2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5117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2363F-A9A7-4415-98EB-52C81656E94E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64AB1-9922-45B1-A1A3-7F02AA7C2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9472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2363F-A9A7-4415-98EB-52C81656E94E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64AB1-9922-45B1-A1A3-7F02AA7C2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7878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2363F-A9A7-4415-98EB-52C81656E94E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64AB1-9922-45B1-A1A3-7F02AA7C2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5186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2363F-A9A7-4415-98EB-52C81656E94E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64AB1-9922-45B1-A1A3-7F02AA7C2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9060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2363F-A9A7-4415-98EB-52C81656E94E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64AB1-9922-45B1-A1A3-7F02AA7C2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1978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2363F-A9A7-4415-98EB-52C81656E94E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64AB1-9922-45B1-A1A3-7F02AA7C2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8323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2363F-A9A7-4415-98EB-52C81656E94E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64AB1-9922-45B1-A1A3-7F02AA7C2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7132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2363F-A9A7-4415-98EB-52C81656E94E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64AB1-9922-45B1-A1A3-7F02AA7C2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80779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2363F-A9A7-4415-98EB-52C81656E94E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64AB1-9922-45B1-A1A3-7F02AA7C2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57824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2363F-A9A7-4415-98EB-52C81656E94E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64AB1-9922-45B1-A1A3-7F02AA7C2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26148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2363F-A9A7-4415-98EB-52C81656E94E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64AB1-9922-45B1-A1A3-7F02AA7C2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02992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2363F-A9A7-4415-98EB-52C81656E94E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64AB1-9922-45B1-A1A3-7F02AA7C2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5831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2363F-A9A7-4415-98EB-52C81656E94E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64AB1-9922-45B1-A1A3-7F02AA7C2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99456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2363F-A9A7-4415-98EB-52C81656E94E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64AB1-9922-45B1-A1A3-7F02AA7C2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2425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132363F-A9A7-4415-98EB-52C81656E94E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F264AB1-9922-45B1-A1A3-7F02AA7C2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6146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79EC8-7198-41F8-8BC2-8465456039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423" y="647234"/>
            <a:ext cx="9144000" cy="2387600"/>
          </a:xfrm>
        </p:spPr>
        <p:txBody>
          <a:bodyPr/>
          <a:lstStyle/>
          <a:p>
            <a:r>
              <a:rPr lang="en-IN" dirty="0"/>
              <a:t>Multi-Source Retail Data</a:t>
            </a:r>
            <a:br>
              <a:rPr lang="en-IN" dirty="0"/>
            </a:br>
            <a:r>
              <a:rPr lang="en-IN" dirty="0"/>
              <a:t>Integration Hub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C81E30-F9D4-4004-8E7C-C7037A018B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 End-to-End ETL and Analytics</a:t>
            </a:r>
          </a:p>
          <a:p>
            <a:r>
              <a:rPr lang="en-US" dirty="0"/>
              <a:t>Solution using </a:t>
            </a:r>
            <a:r>
              <a:rPr lang="en-US" dirty="0" err="1"/>
              <a:t>BigQuery</a:t>
            </a:r>
            <a:r>
              <a:rPr lang="en-US" dirty="0"/>
              <a:t>, Python, and</a:t>
            </a:r>
          </a:p>
          <a:p>
            <a:r>
              <a:rPr lang="en-US" dirty="0" err="1"/>
              <a:t>Streamlit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5549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DA028-6063-4B85-9818-859B7C8CD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Overview &amp;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2C76-5911-41F5-9A1D-4038A163D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438399"/>
            <a:ext cx="10018713" cy="312420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19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Build </a:t>
            </a:r>
            <a:r>
              <a:rPr lang="en-IN" sz="1900">
                <a:latin typeface="Times New Roman" panose="02020603050405020304" pitchFamily="18" charset="0"/>
                <a:cs typeface="Times New Roman" panose="02020603050405020304" pitchFamily="18" charset="0"/>
              </a:rPr>
              <a:t>a Retail 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Integration Hub combining multiple data sources.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 Kaggle Retail Transactions dataset and Fake Store API.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 ETL with Python and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BigQuery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 3-tier data architecture (Bronze, Silver, Gold).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Build an interactive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 for insights.</a:t>
            </a:r>
          </a:p>
        </p:txBody>
      </p:sp>
    </p:spTree>
    <p:extLst>
      <p:ext uri="{BB962C8B-B14F-4D97-AF65-F5344CB8AC3E}">
        <p14:creationId xmlns:p14="http://schemas.microsoft.com/office/powerpoint/2010/main" val="1154484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4A0C5-6BC2-4302-9C56-90E416CAA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419100"/>
            <a:ext cx="10018713" cy="1752599"/>
          </a:xfrm>
        </p:spPr>
        <p:txBody>
          <a:bodyPr/>
          <a:lstStyle/>
          <a:p>
            <a:r>
              <a:rPr lang="en-IN" dirty="0"/>
              <a:t>Technical Specifications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683E3-62C2-49FC-BACC-EEE735095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2097741"/>
            <a:ext cx="10018713" cy="346485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b="1" u="sng" dirty="0"/>
              <a:t>Tools &amp; Technologies Used:</a:t>
            </a:r>
          </a:p>
          <a:p>
            <a:pPr marL="0" indent="0">
              <a:buNone/>
            </a:pPr>
            <a:endParaRPr lang="en-IN" sz="1350" dirty="0"/>
          </a:p>
          <a:p>
            <a:r>
              <a:rPr lang="en-IN" sz="1350" dirty="0"/>
              <a:t>Python for ETL and cleaning</a:t>
            </a:r>
          </a:p>
          <a:p>
            <a:pPr marL="0" indent="0">
              <a:buNone/>
            </a:pPr>
            <a:endParaRPr lang="en-IN" sz="1350" dirty="0"/>
          </a:p>
          <a:p>
            <a:r>
              <a:rPr lang="en-IN" sz="1350" dirty="0" err="1"/>
              <a:t>BigQuery</a:t>
            </a:r>
            <a:r>
              <a:rPr lang="en-IN" sz="1350" dirty="0"/>
              <a:t> for data warehousing</a:t>
            </a:r>
          </a:p>
          <a:p>
            <a:endParaRPr lang="en-IN" sz="1350" dirty="0"/>
          </a:p>
          <a:p>
            <a:r>
              <a:rPr lang="en-IN" sz="1350" dirty="0" err="1"/>
              <a:t>Streamlit</a:t>
            </a:r>
            <a:r>
              <a:rPr lang="en-IN" sz="1350" dirty="0"/>
              <a:t> for visualization</a:t>
            </a:r>
          </a:p>
          <a:p>
            <a:endParaRPr lang="en-IN" sz="1350" dirty="0"/>
          </a:p>
          <a:p>
            <a:r>
              <a:rPr lang="en-IN" sz="1350" dirty="0" err="1"/>
              <a:t>Plotly</a:t>
            </a:r>
            <a:r>
              <a:rPr lang="en-IN" sz="1350" dirty="0"/>
              <a:t> for interactive charts</a:t>
            </a:r>
          </a:p>
          <a:p>
            <a:endParaRPr lang="en-IN" sz="1350" dirty="0"/>
          </a:p>
          <a:p>
            <a:r>
              <a:rPr lang="en-IN" sz="1350" dirty="0"/>
              <a:t>Fake Store API + Kaggle Dataset for data sources</a:t>
            </a:r>
          </a:p>
        </p:txBody>
      </p:sp>
    </p:spTree>
    <p:extLst>
      <p:ext uri="{BB962C8B-B14F-4D97-AF65-F5344CB8AC3E}">
        <p14:creationId xmlns:p14="http://schemas.microsoft.com/office/powerpoint/2010/main" val="137880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8C50E-BA44-4900-AA9A-D5B0313F1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55494"/>
            <a:ext cx="10018713" cy="1752599"/>
          </a:xfrm>
        </p:spPr>
        <p:txBody>
          <a:bodyPr/>
          <a:lstStyle/>
          <a:p>
            <a:r>
              <a:rPr lang="en-IN" dirty="0"/>
              <a:t>High-Level Design (HLD)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9C342-8633-4DDE-B75A-EBA88FEB5E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685365"/>
            <a:ext cx="10018713" cy="4105835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sz="4900" b="1" u="sng" dirty="0"/>
              <a:t>The project follows a 3-layered architecture: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b="1" dirty="0"/>
              <a:t>Bronze Layer </a:t>
            </a:r>
            <a:r>
              <a:rPr lang="en-IN" dirty="0"/>
              <a:t>- Raw Data Storage</a:t>
            </a:r>
          </a:p>
          <a:p>
            <a:endParaRPr lang="en-IN" dirty="0"/>
          </a:p>
          <a:p>
            <a:r>
              <a:rPr lang="en-IN" dirty="0"/>
              <a:t>- Stores Kaggle and API data as-is.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b="1" dirty="0"/>
              <a:t>Silver Layer </a:t>
            </a:r>
            <a:r>
              <a:rPr lang="en-IN" dirty="0"/>
              <a:t>- Cleaned + Integrated Data</a:t>
            </a:r>
          </a:p>
          <a:p>
            <a:endParaRPr lang="en-IN" dirty="0"/>
          </a:p>
          <a:p>
            <a:r>
              <a:rPr lang="en-IN" dirty="0"/>
              <a:t>- Joins, transforms, and enriches data.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Gold Layer </a:t>
            </a:r>
            <a:r>
              <a:rPr lang="en-IN" dirty="0"/>
              <a:t>- Analytical </a:t>
            </a:r>
            <a:r>
              <a:rPr lang="en-IN" dirty="0" err="1"/>
              <a:t>Modeling</a:t>
            </a:r>
            <a:endParaRPr lang="en-IN" dirty="0"/>
          </a:p>
          <a:p>
            <a:endParaRPr lang="en-IN" dirty="0"/>
          </a:p>
          <a:p>
            <a:r>
              <a:rPr lang="en-IN" dirty="0"/>
              <a:t>- Dimensional </a:t>
            </a:r>
            <a:r>
              <a:rPr lang="en-IN" dirty="0" err="1"/>
              <a:t>modeling</a:t>
            </a:r>
            <a:r>
              <a:rPr lang="en-IN" dirty="0"/>
              <a:t> (</a:t>
            </a:r>
            <a:r>
              <a:rPr lang="en-IN" dirty="0" err="1"/>
              <a:t>dim_product</a:t>
            </a:r>
            <a:r>
              <a:rPr lang="en-IN" dirty="0"/>
              <a:t>, </a:t>
            </a:r>
            <a:r>
              <a:rPr lang="en-IN" dirty="0" err="1"/>
              <a:t>fact_sales</a:t>
            </a:r>
            <a:r>
              <a:rPr lang="en-IN" dirty="0"/>
              <a:t>) and metrics generation.</a:t>
            </a:r>
          </a:p>
        </p:txBody>
      </p:sp>
    </p:spTree>
    <p:extLst>
      <p:ext uri="{BB962C8B-B14F-4D97-AF65-F5344CB8AC3E}">
        <p14:creationId xmlns:p14="http://schemas.microsoft.com/office/powerpoint/2010/main" val="4015445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3C460-06D9-45E4-9C7A-B2DA8FB98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36176"/>
            <a:ext cx="10018713" cy="1752599"/>
          </a:xfrm>
        </p:spPr>
        <p:txBody>
          <a:bodyPr/>
          <a:lstStyle/>
          <a:p>
            <a:r>
              <a:rPr lang="en-IN" dirty="0"/>
              <a:t>Low-Level Design (LLD)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907D0-F8D8-421B-B40B-488465E464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775013"/>
            <a:ext cx="10018713" cy="401618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sz="3100" b="1" u="sng" dirty="0"/>
              <a:t>ETL Steps: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1. Extract Kaggle Retail Dataset &amp; API Data.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2. Load into </a:t>
            </a:r>
            <a:r>
              <a:rPr lang="en-IN" dirty="0" err="1"/>
              <a:t>BigQuery</a:t>
            </a:r>
            <a:r>
              <a:rPr lang="en-IN" dirty="0"/>
              <a:t> Bronze tables.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3. Transform and clean in Silver layer.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4. Create dimensional models in Gold layer.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5. Build dashboard KPIs directly from Silver dataset for analysis.</a:t>
            </a:r>
          </a:p>
        </p:txBody>
      </p:sp>
    </p:spTree>
    <p:extLst>
      <p:ext uri="{BB962C8B-B14F-4D97-AF65-F5344CB8AC3E}">
        <p14:creationId xmlns:p14="http://schemas.microsoft.com/office/powerpoint/2010/main" val="160237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BAB42-AC22-4ECE-AFCF-E994D0CD0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318247"/>
            <a:ext cx="10018713" cy="1752599"/>
          </a:xfrm>
        </p:spPr>
        <p:txBody>
          <a:bodyPr/>
          <a:lstStyle/>
          <a:p>
            <a:r>
              <a:rPr lang="en-IN" dirty="0"/>
              <a:t>Data Cleaning &amp; Quality Checks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69E71-2D48-4C0E-96EC-0E8FF3A03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667435"/>
            <a:ext cx="10018713" cy="412376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3100" b="1" u="sng" dirty="0"/>
              <a:t>Performed Operations:</a:t>
            </a:r>
          </a:p>
          <a:p>
            <a:endParaRPr lang="en-US" dirty="0"/>
          </a:p>
          <a:p>
            <a:r>
              <a:rPr lang="en-US" dirty="0"/>
              <a:t> Null value removal and data type casting.</a:t>
            </a:r>
          </a:p>
          <a:p>
            <a:endParaRPr lang="en-US" dirty="0"/>
          </a:p>
          <a:p>
            <a:r>
              <a:rPr lang="en-US" dirty="0"/>
              <a:t> Product name standardization and trimming.</a:t>
            </a:r>
          </a:p>
          <a:p>
            <a:endParaRPr lang="en-US" dirty="0"/>
          </a:p>
          <a:p>
            <a:r>
              <a:rPr lang="en-US" dirty="0"/>
              <a:t> Joining datasets on cleaned product titles.</a:t>
            </a:r>
          </a:p>
          <a:p>
            <a:endParaRPr lang="en-US" dirty="0"/>
          </a:p>
          <a:p>
            <a:r>
              <a:rPr lang="en-US" dirty="0"/>
              <a:t> Flattened JSON structures for API ratings.</a:t>
            </a:r>
          </a:p>
          <a:p>
            <a:endParaRPr lang="en-US" dirty="0"/>
          </a:p>
          <a:p>
            <a:r>
              <a:rPr lang="en-US" dirty="0"/>
              <a:t> Verified record consistency and duplicates.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2931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87A75-1884-4FCB-831B-A63C052FE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73424"/>
            <a:ext cx="10018713" cy="1752599"/>
          </a:xfrm>
        </p:spPr>
        <p:txBody>
          <a:bodyPr/>
          <a:lstStyle/>
          <a:p>
            <a:r>
              <a:rPr lang="en-IN" dirty="0" err="1"/>
              <a:t>Streamlit</a:t>
            </a:r>
            <a:r>
              <a:rPr lang="en-IN" dirty="0"/>
              <a:t> Dashboard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E02AD-B810-43F1-9BA7-0984744E53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515035"/>
            <a:ext cx="10018713" cy="4276165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3300" b="1" u="sng" dirty="0"/>
              <a:t>KPIs and Metrics:</a:t>
            </a:r>
          </a:p>
          <a:p>
            <a:endParaRPr lang="en-US" dirty="0"/>
          </a:p>
          <a:p>
            <a:r>
              <a:rPr lang="en-US" dirty="0"/>
              <a:t> Total Transactions, Products, Revenue, Cities, Customers.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3300" b="1" u="sng" dirty="0"/>
              <a:t>Charts and Visuals:</a:t>
            </a:r>
          </a:p>
          <a:p>
            <a:endParaRPr lang="en-US" dirty="0"/>
          </a:p>
          <a:p>
            <a:r>
              <a:rPr lang="en-US" dirty="0"/>
              <a:t>Sales by City, Top Products by Revenue.</a:t>
            </a:r>
          </a:p>
          <a:p>
            <a:endParaRPr lang="en-US" dirty="0"/>
          </a:p>
          <a:p>
            <a:r>
              <a:rPr lang="en-US" dirty="0"/>
              <a:t>Sales by Payment Method &amp; Store Type.</a:t>
            </a:r>
          </a:p>
          <a:p>
            <a:endParaRPr lang="en-US" dirty="0"/>
          </a:p>
          <a:p>
            <a:r>
              <a:rPr lang="en-US" dirty="0"/>
              <a:t>Customer Category and Seasonal Trends.</a:t>
            </a:r>
          </a:p>
          <a:p>
            <a:endParaRPr lang="en-US" dirty="0"/>
          </a:p>
          <a:p>
            <a:r>
              <a:rPr lang="en-US" dirty="0"/>
              <a:t> Discount Impact on Revenue.</a:t>
            </a:r>
          </a:p>
          <a:p>
            <a:endParaRPr lang="en-US" dirty="0"/>
          </a:p>
          <a:p>
            <a:r>
              <a:rPr lang="en-US" dirty="0"/>
              <a:t>Interactive Filters for dynamic exploration.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3A771A-4361-497F-822D-A5AC33C6C0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0473" y="1674495"/>
            <a:ext cx="516255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621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199F64-046B-4506-824A-5539E20025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8005" y="1438275"/>
            <a:ext cx="5162550" cy="42862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E67960-54DA-4372-BC48-D3BE921CEB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525" y="1438275"/>
            <a:ext cx="516255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498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46BD54-2BBA-462E-AEC2-ECDF147B31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4467" y="982980"/>
            <a:ext cx="10487025" cy="4650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439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21EADA-CA06-445C-9070-50FF13D789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1607" y="1285875"/>
            <a:ext cx="10487025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0270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5487B-D662-4930-8E20-15D5F4614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36177"/>
            <a:ext cx="10018713" cy="1752599"/>
          </a:xfrm>
        </p:spPr>
        <p:txBody>
          <a:bodyPr/>
          <a:lstStyle/>
          <a:p>
            <a:r>
              <a:rPr lang="en-IN" dirty="0"/>
              <a:t>Business Impacts &amp;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52B77-8378-4112-8E62-B40A2BDE4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658471"/>
            <a:ext cx="10018713" cy="413272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sz="2900" b="1" u="sng" dirty="0"/>
              <a:t>Business Benefits:</a:t>
            </a:r>
          </a:p>
          <a:p>
            <a:endParaRPr lang="en-IN" dirty="0"/>
          </a:p>
          <a:p>
            <a:r>
              <a:rPr lang="en-IN" dirty="0"/>
              <a:t>Unified Retail Data Hub across multiple sources.</a:t>
            </a:r>
          </a:p>
          <a:p>
            <a:endParaRPr lang="en-IN" dirty="0"/>
          </a:p>
          <a:p>
            <a:r>
              <a:rPr lang="en-IN" dirty="0"/>
              <a:t>Automated data cleaning and transformation.</a:t>
            </a:r>
          </a:p>
          <a:p>
            <a:endParaRPr lang="en-IN" dirty="0"/>
          </a:p>
          <a:p>
            <a:r>
              <a:rPr lang="en-IN" dirty="0"/>
              <a:t>Analytical-ready datasets for faster insights.</a:t>
            </a:r>
          </a:p>
          <a:p>
            <a:endParaRPr lang="en-IN" dirty="0"/>
          </a:p>
          <a:p>
            <a:r>
              <a:rPr lang="en-IN" dirty="0"/>
              <a:t>Interactive dashboard for data-driven decisions.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b="1" u="sng" dirty="0"/>
              <a:t>Outcome</a:t>
            </a:r>
            <a:r>
              <a:rPr lang="en-IN" dirty="0"/>
              <a:t>: Learned full ETL lifecycle, </a:t>
            </a:r>
            <a:r>
              <a:rPr lang="en-IN" dirty="0" err="1"/>
              <a:t>BigQuery</a:t>
            </a:r>
            <a:r>
              <a:rPr lang="en-IN" dirty="0"/>
              <a:t> </a:t>
            </a:r>
            <a:r>
              <a:rPr lang="en-IN" dirty="0" err="1"/>
              <a:t>modeling</a:t>
            </a:r>
            <a:r>
              <a:rPr lang="en-IN" dirty="0"/>
              <a:t>, and dashboard analytics.</a:t>
            </a:r>
          </a:p>
        </p:txBody>
      </p:sp>
    </p:spTree>
    <p:extLst>
      <p:ext uri="{BB962C8B-B14F-4D97-AF65-F5344CB8AC3E}">
        <p14:creationId xmlns:p14="http://schemas.microsoft.com/office/powerpoint/2010/main" val="4082195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EC587-442E-4939-8DAE-25CA9985B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8131" y="243840"/>
            <a:ext cx="10018713" cy="1752599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1367B-2038-4F20-B58C-378B2FA9A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065019"/>
            <a:ext cx="10018713" cy="372618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u="sng" dirty="0"/>
              <a:t>Presented by:</a:t>
            </a:r>
          </a:p>
          <a:p>
            <a:pPr marL="0" indent="0">
              <a:buNone/>
            </a:pPr>
            <a:r>
              <a:rPr lang="en-IN" dirty="0"/>
              <a:t>Dandu Bhanuprakash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b="1" u="sng" dirty="0"/>
              <a:t>Project</a:t>
            </a:r>
            <a:r>
              <a:rPr lang="en-IN" dirty="0"/>
              <a:t>: Multi-Source Retail Data Integration Hub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b="1" u="sng" dirty="0"/>
              <a:t>Technologies</a:t>
            </a:r>
            <a:r>
              <a:rPr lang="en-IN" dirty="0"/>
              <a:t>: Python | </a:t>
            </a:r>
            <a:r>
              <a:rPr lang="en-IN" dirty="0" err="1"/>
              <a:t>BigQuery</a:t>
            </a:r>
            <a:r>
              <a:rPr lang="en-IN" dirty="0"/>
              <a:t> | </a:t>
            </a:r>
            <a:r>
              <a:rPr lang="en-IN" dirty="0" err="1"/>
              <a:t>Streamlit</a:t>
            </a:r>
            <a:r>
              <a:rPr lang="en-IN" dirty="0"/>
              <a:t> | </a:t>
            </a:r>
            <a:r>
              <a:rPr lang="en-IN" dirty="0" err="1"/>
              <a:t>Plotly</a:t>
            </a:r>
            <a:endParaRPr lang="en-IN" dirty="0"/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© 2025 Bhanuprakash -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9898656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50</TotalTime>
  <Words>410</Words>
  <Application>Microsoft Office PowerPoint</Application>
  <PresentationFormat>Widescreen</PresentationFormat>
  <Paragraphs>101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Corbel</vt:lpstr>
      <vt:lpstr>Times New Roman</vt:lpstr>
      <vt:lpstr>Parallax</vt:lpstr>
      <vt:lpstr>Multi-Source Retail Data Integration Hub</vt:lpstr>
      <vt:lpstr>Project Overview &amp; Objective</vt:lpstr>
      <vt:lpstr>Technical Specifications</vt:lpstr>
      <vt:lpstr>High-Level Design (HLD)</vt:lpstr>
      <vt:lpstr>Low-Level Design (LLD)</vt:lpstr>
      <vt:lpstr>Data Cleaning &amp; Quality Checks</vt:lpstr>
      <vt:lpstr>Streamlit Dashboard Insights</vt:lpstr>
      <vt:lpstr>PowerPoint Presentation</vt:lpstr>
      <vt:lpstr>PowerPoint Presentation</vt:lpstr>
      <vt:lpstr>PowerPoint Presentation</vt:lpstr>
      <vt:lpstr>Business Impacts &amp; Outcomes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Multi-Source Retail Data Integration Hub</dc:title>
  <dc:creator>Dandu Bhanuprakash</dc:creator>
  <cp:lastModifiedBy>Dandu Bhanuprakash</cp:lastModifiedBy>
  <cp:revision>7</cp:revision>
  <dcterms:created xsi:type="dcterms:W3CDTF">2025-11-07T17:46:10Z</dcterms:created>
  <dcterms:modified xsi:type="dcterms:W3CDTF">2025-11-08T05:30:47Z</dcterms:modified>
</cp:coreProperties>
</file>